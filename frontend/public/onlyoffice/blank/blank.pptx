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2"/>
  </p:sldIdLst>
  <p:sldSz cx="9144000" cy="6858000"/>
  <p:notesSz cx="6858000" cy="9144000"/>
</p:presentation>
</file>

<file path=ppt/_rels/presentation.xml.rels><?xml version="1.0"?><Relationships xmlns="http://schemas.openxmlformats.org/package/2006/relationships"><Relationship Id="rId2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%5BContent_Types%5D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